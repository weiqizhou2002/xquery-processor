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7d00f57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17d00f57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17d00f57b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17d00f57b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17d00f57b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17d00f57b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17d00f57b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17d00f57b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17d01a48f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17d01a48f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182f943a5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182f943a5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CSE232B Milestone 3 Implementation Hints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“dependsOn” Relationship between Vars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say that variable d </a:t>
            </a:r>
            <a:r>
              <a:rPr b="1" lang="en"/>
              <a:t>dependsOn</a:t>
            </a:r>
            <a:r>
              <a:rPr lang="en"/>
              <a:t> variable v if the for clause contains an expression </a:t>
            </a:r>
            <a:endParaRPr/>
          </a:p>
          <a:p>
            <a:pPr indent="45720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$d in $v/path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</a:t>
            </a:r>
            <a:r>
              <a:rPr lang="en"/>
              <a:t>or $b in doc(“books.xml”)//book, $a in $b/author, $y in $b/year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$a dependsOn $b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$y dependsOn $b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Graph of Variables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Nodes: the variables defined in the FOR clause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Edges: the dependsOn relationships, directed from dependent var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 continued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4655050" y="25968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$b</a:t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3588250" y="39684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$a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5569450" y="39684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$y</a:t>
            </a:r>
            <a:endParaRPr/>
          </a:p>
        </p:txBody>
      </p:sp>
      <p:cxnSp>
        <p:nvCxnSpPr>
          <p:cNvPr id="71" name="Google Shape;71;p15"/>
          <p:cNvCxnSpPr>
            <a:stCxn id="69" idx="0"/>
            <a:endCxn id="68" idx="3"/>
          </p:cNvCxnSpPr>
          <p:nvPr/>
        </p:nvCxnSpPr>
        <p:spPr>
          <a:xfrm flipH="1" rot="10800000">
            <a:off x="3898300" y="3126025"/>
            <a:ext cx="847500" cy="8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5"/>
          <p:cNvCxnSpPr>
            <a:stCxn id="70" idx="0"/>
            <a:endCxn id="68" idx="5"/>
          </p:cNvCxnSpPr>
          <p:nvPr/>
        </p:nvCxnSpPr>
        <p:spPr>
          <a:xfrm rot="10800000">
            <a:off x="5184400" y="3126025"/>
            <a:ext cx="695100" cy="8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Group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variable group is a connected component of the graph of variables.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Each variable group induces a subquery, to be given as argument to a join function.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Example: Var Graph for Query in Milestone III Specification Note</a:t>
            </a:r>
            <a:endParaRPr sz="2220"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921250" y="13014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b1</a:t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311650" y="22158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aj</a:t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1378450" y="22158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a1</a:t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921250" y="32064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af1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1911850" y="32064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al1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4350250" y="12252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b2</a:t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3740650" y="2139625"/>
            <a:ext cx="755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a21</a:t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4807450" y="2139625"/>
            <a:ext cx="8148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a22</a:t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3317350" y="3130225"/>
            <a:ext cx="8148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af21</a:t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4274050" y="3816025"/>
            <a:ext cx="8148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al21</a:t>
            </a:r>
            <a:endParaRPr/>
          </a:p>
        </p:txBody>
      </p:sp>
      <p:cxnSp>
        <p:nvCxnSpPr>
          <p:cNvPr id="95" name="Google Shape;95;p17"/>
          <p:cNvCxnSpPr>
            <a:stCxn id="86" idx="0"/>
            <a:endCxn id="85" idx="3"/>
          </p:cNvCxnSpPr>
          <p:nvPr/>
        </p:nvCxnSpPr>
        <p:spPr>
          <a:xfrm flipH="1" rot="10800000">
            <a:off x="621700" y="1830625"/>
            <a:ext cx="390300" cy="3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7"/>
          <p:cNvCxnSpPr>
            <a:stCxn id="87" idx="0"/>
            <a:endCxn id="85" idx="5"/>
          </p:cNvCxnSpPr>
          <p:nvPr/>
        </p:nvCxnSpPr>
        <p:spPr>
          <a:xfrm rot="10800000">
            <a:off x="1450600" y="1830625"/>
            <a:ext cx="237900" cy="3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7"/>
          <p:cNvCxnSpPr>
            <a:stCxn id="88" idx="0"/>
            <a:endCxn id="87" idx="3"/>
          </p:cNvCxnSpPr>
          <p:nvPr/>
        </p:nvCxnSpPr>
        <p:spPr>
          <a:xfrm flipH="1" rot="10800000">
            <a:off x="1231300" y="2745025"/>
            <a:ext cx="2379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7"/>
          <p:cNvCxnSpPr>
            <a:stCxn id="89" idx="0"/>
            <a:endCxn id="87" idx="5"/>
          </p:cNvCxnSpPr>
          <p:nvPr/>
        </p:nvCxnSpPr>
        <p:spPr>
          <a:xfrm rot="10800000">
            <a:off x="1907800" y="2745025"/>
            <a:ext cx="3141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7"/>
          <p:cNvCxnSpPr>
            <a:stCxn id="91" idx="0"/>
            <a:endCxn id="90" idx="3"/>
          </p:cNvCxnSpPr>
          <p:nvPr/>
        </p:nvCxnSpPr>
        <p:spPr>
          <a:xfrm flipH="1" rot="10800000">
            <a:off x="4118200" y="1754425"/>
            <a:ext cx="322800" cy="3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7"/>
          <p:cNvCxnSpPr>
            <a:stCxn id="92" idx="0"/>
            <a:endCxn id="90" idx="5"/>
          </p:cNvCxnSpPr>
          <p:nvPr/>
        </p:nvCxnSpPr>
        <p:spPr>
          <a:xfrm rot="10800000">
            <a:off x="4879450" y="1754425"/>
            <a:ext cx="335400" cy="3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7"/>
          <p:cNvCxnSpPr>
            <a:stCxn id="93" idx="0"/>
            <a:endCxn id="91" idx="3"/>
          </p:cNvCxnSpPr>
          <p:nvPr/>
        </p:nvCxnSpPr>
        <p:spPr>
          <a:xfrm flipH="1" rot="10800000">
            <a:off x="3724750" y="2668825"/>
            <a:ext cx="1266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7"/>
          <p:cNvCxnSpPr>
            <a:stCxn id="94" idx="0"/>
            <a:endCxn id="91" idx="4"/>
          </p:cNvCxnSpPr>
          <p:nvPr/>
        </p:nvCxnSpPr>
        <p:spPr>
          <a:xfrm rot="10800000">
            <a:off x="4118350" y="2759725"/>
            <a:ext cx="563100" cy="105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" name="Google Shape;103;p17"/>
          <p:cNvSpPr/>
          <p:nvPr/>
        </p:nvSpPr>
        <p:spPr>
          <a:xfrm>
            <a:off x="4688950" y="3054025"/>
            <a:ext cx="8148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af22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5645650" y="3739825"/>
            <a:ext cx="8148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al22</a:t>
            </a:r>
            <a:endParaRPr/>
          </a:p>
        </p:txBody>
      </p:sp>
      <p:cxnSp>
        <p:nvCxnSpPr>
          <p:cNvPr id="105" name="Google Shape;105;p17"/>
          <p:cNvCxnSpPr>
            <a:stCxn id="103" idx="1"/>
            <a:endCxn id="92" idx="3"/>
          </p:cNvCxnSpPr>
          <p:nvPr/>
        </p:nvCxnSpPr>
        <p:spPr>
          <a:xfrm flipH="1" rot="10800000">
            <a:off x="4808275" y="2669037"/>
            <a:ext cx="118500" cy="4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7"/>
          <p:cNvCxnSpPr>
            <a:stCxn id="104" idx="0"/>
            <a:endCxn id="92" idx="5"/>
          </p:cNvCxnSpPr>
          <p:nvPr/>
        </p:nvCxnSpPr>
        <p:spPr>
          <a:xfrm rot="10800000">
            <a:off x="5502850" y="2668825"/>
            <a:ext cx="550200" cy="107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" name="Google Shape;107;p17"/>
          <p:cNvSpPr/>
          <p:nvPr/>
        </p:nvSpPr>
        <p:spPr>
          <a:xfrm>
            <a:off x="6941050" y="13776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b3</a:t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7398250" y="22920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a3</a:t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6941050" y="32826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af3</a:t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7931650" y="32826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al3</a:t>
            </a:r>
            <a:endParaRPr/>
          </a:p>
        </p:txBody>
      </p:sp>
      <p:cxnSp>
        <p:nvCxnSpPr>
          <p:cNvPr id="111" name="Google Shape;111;p17"/>
          <p:cNvCxnSpPr>
            <a:stCxn id="108" idx="0"/>
            <a:endCxn id="107" idx="5"/>
          </p:cNvCxnSpPr>
          <p:nvPr/>
        </p:nvCxnSpPr>
        <p:spPr>
          <a:xfrm rot="10800000">
            <a:off x="7470400" y="1906825"/>
            <a:ext cx="237900" cy="3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7"/>
          <p:cNvCxnSpPr>
            <a:stCxn id="109" idx="0"/>
            <a:endCxn id="108" idx="3"/>
          </p:cNvCxnSpPr>
          <p:nvPr/>
        </p:nvCxnSpPr>
        <p:spPr>
          <a:xfrm flipH="1" rot="10800000">
            <a:off x="7251100" y="2821225"/>
            <a:ext cx="2379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7"/>
          <p:cNvCxnSpPr>
            <a:stCxn id="110" idx="0"/>
            <a:endCxn id="108" idx="5"/>
          </p:cNvCxnSpPr>
          <p:nvPr/>
        </p:nvCxnSpPr>
        <p:spPr>
          <a:xfrm rot="10800000">
            <a:off x="7927600" y="2821225"/>
            <a:ext cx="3141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Connected Components Yield Variable Groups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921250" y="13014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b1</a:t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311650" y="22158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aj</a:t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1378450" y="22158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a1</a:t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921250" y="32064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af1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1911850" y="32064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al1</a:t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4350250" y="12252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b2</a:t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3740650" y="2139625"/>
            <a:ext cx="755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a21</a:t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4807450" y="2139625"/>
            <a:ext cx="8148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a22</a:t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3317350" y="3130225"/>
            <a:ext cx="8148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af21</a:t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4274050" y="3816025"/>
            <a:ext cx="8148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al21</a:t>
            </a:r>
            <a:endParaRPr/>
          </a:p>
        </p:txBody>
      </p:sp>
      <p:cxnSp>
        <p:nvCxnSpPr>
          <p:cNvPr id="130" name="Google Shape;130;p18"/>
          <p:cNvCxnSpPr>
            <a:stCxn id="121" idx="0"/>
            <a:endCxn id="120" idx="3"/>
          </p:cNvCxnSpPr>
          <p:nvPr/>
        </p:nvCxnSpPr>
        <p:spPr>
          <a:xfrm flipH="1" rot="10800000">
            <a:off x="621700" y="1830625"/>
            <a:ext cx="390300" cy="3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8"/>
          <p:cNvCxnSpPr>
            <a:stCxn id="122" idx="0"/>
            <a:endCxn id="120" idx="5"/>
          </p:cNvCxnSpPr>
          <p:nvPr/>
        </p:nvCxnSpPr>
        <p:spPr>
          <a:xfrm rot="10800000">
            <a:off x="1450600" y="1830625"/>
            <a:ext cx="237900" cy="3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8"/>
          <p:cNvCxnSpPr>
            <a:stCxn id="123" idx="0"/>
            <a:endCxn id="122" idx="3"/>
          </p:cNvCxnSpPr>
          <p:nvPr/>
        </p:nvCxnSpPr>
        <p:spPr>
          <a:xfrm flipH="1" rot="10800000">
            <a:off x="1231300" y="2745025"/>
            <a:ext cx="2379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18"/>
          <p:cNvCxnSpPr>
            <a:stCxn id="124" idx="0"/>
            <a:endCxn id="122" idx="5"/>
          </p:cNvCxnSpPr>
          <p:nvPr/>
        </p:nvCxnSpPr>
        <p:spPr>
          <a:xfrm rot="10800000">
            <a:off x="1907800" y="2745025"/>
            <a:ext cx="3141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18"/>
          <p:cNvCxnSpPr>
            <a:stCxn id="126" idx="0"/>
            <a:endCxn id="125" idx="3"/>
          </p:cNvCxnSpPr>
          <p:nvPr/>
        </p:nvCxnSpPr>
        <p:spPr>
          <a:xfrm flipH="1" rot="10800000">
            <a:off x="4118200" y="1754425"/>
            <a:ext cx="322800" cy="3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18"/>
          <p:cNvCxnSpPr>
            <a:stCxn id="127" idx="0"/>
            <a:endCxn id="125" idx="5"/>
          </p:cNvCxnSpPr>
          <p:nvPr/>
        </p:nvCxnSpPr>
        <p:spPr>
          <a:xfrm rot="10800000">
            <a:off x="4879450" y="1754425"/>
            <a:ext cx="335400" cy="3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18"/>
          <p:cNvCxnSpPr>
            <a:stCxn id="128" idx="0"/>
            <a:endCxn id="126" idx="3"/>
          </p:cNvCxnSpPr>
          <p:nvPr/>
        </p:nvCxnSpPr>
        <p:spPr>
          <a:xfrm flipH="1" rot="10800000">
            <a:off x="3724750" y="2668825"/>
            <a:ext cx="1266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18"/>
          <p:cNvCxnSpPr>
            <a:stCxn id="129" idx="0"/>
            <a:endCxn id="126" idx="4"/>
          </p:cNvCxnSpPr>
          <p:nvPr/>
        </p:nvCxnSpPr>
        <p:spPr>
          <a:xfrm rot="10800000">
            <a:off x="4118350" y="2759725"/>
            <a:ext cx="563100" cy="105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18"/>
          <p:cNvSpPr/>
          <p:nvPr/>
        </p:nvSpPr>
        <p:spPr>
          <a:xfrm>
            <a:off x="4688950" y="3054025"/>
            <a:ext cx="8148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af22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5645650" y="3739825"/>
            <a:ext cx="8148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al22</a:t>
            </a:r>
            <a:endParaRPr/>
          </a:p>
        </p:txBody>
      </p:sp>
      <p:cxnSp>
        <p:nvCxnSpPr>
          <p:cNvPr id="140" name="Google Shape;140;p18"/>
          <p:cNvCxnSpPr>
            <a:stCxn id="138" idx="1"/>
            <a:endCxn id="127" idx="3"/>
          </p:cNvCxnSpPr>
          <p:nvPr/>
        </p:nvCxnSpPr>
        <p:spPr>
          <a:xfrm flipH="1" rot="10800000">
            <a:off x="4808275" y="2669037"/>
            <a:ext cx="118500" cy="4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18"/>
          <p:cNvCxnSpPr>
            <a:stCxn id="139" idx="0"/>
            <a:endCxn id="127" idx="5"/>
          </p:cNvCxnSpPr>
          <p:nvPr/>
        </p:nvCxnSpPr>
        <p:spPr>
          <a:xfrm rot="10800000">
            <a:off x="5502850" y="2668825"/>
            <a:ext cx="550200" cy="107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18"/>
          <p:cNvSpPr/>
          <p:nvPr/>
        </p:nvSpPr>
        <p:spPr>
          <a:xfrm>
            <a:off x="7169650" y="13776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b3</a:t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7398250" y="22920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a3</a:t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6941050" y="32826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af3</a:t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7931650" y="32826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al3</a:t>
            </a:r>
            <a:endParaRPr/>
          </a:p>
        </p:txBody>
      </p:sp>
      <p:cxnSp>
        <p:nvCxnSpPr>
          <p:cNvPr id="146" name="Google Shape;146;p18"/>
          <p:cNvCxnSpPr>
            <a:stCxn id="143" idx="0"/>
            <a:endCxn id="142" idx="5"/>
          </p:cNvCxnSpPr>
          <p:nvPr/>
        </p:nvCxnSpPr>
        <p:spPr>
          <a:xfrm rot="10800000">
            <a:off x="7699000" y="1906825"/>
            <a:ext cx="9300" cy="3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8"/>
          <p:cNvCxnSpPr>
            <a:stCxn id="144" idx="0"/>
            <a:endCxn id="143" idx="3"/>
          </p:cNvCxnSpPr>
          <p:nvPr/>
        </p:nvCxnSpPr>
        <p:spPr>
          <a:xfrm flipH="1" rot="10800000">
            <a:off x="7251100" y="2821225"/>
            <a:ext cx="2379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8"/>
          <p:cNvCxnSpPr>
            <a:stCxn id="145" idx="0"/>
            <a:endCxn id="143" idx="5"/>
          </p:cNvCxnSpPr>
          <p:nvPr/>
        </p:nvCxnSpPr>
        <p:spPr>
          <a:xfrm rot="10800000">
            <a:off x="7927600" y="2821225"/>
            <a:ext cx="3141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18"/>
          <p:cNvSpPr/>
          <p:nvPr/>
        </p:nvSpPr>
        <p:spPr>
          <a:xfrm>
            <a:off x="170700" y="1126500"/>
            <a:ext cx="2618400" cy="34425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2913900" y="1126500"/>
            <a:ext cx="3806400" cy="38598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6801250" y="1152475"/>
            <a:ext cx="2031000" cy="37212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en" sz="2420"/>
              <a:t>Example: </a:t>
            </a:r>
            <a:r>
              <a:rPr lang="en" sz="2420"/>
              <a:t>Join Equalities Identified as Cross-component Edges</a:t>
            </a:r>
            <a:endParaRPr sz="2420"/>
          </a:p>
        </p:txBody>
      </p:sp>
      <p:sp>
        <p:nvSpPr>
          <p:cNvPr id="157" name="Google Shape;15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921250" y="13014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b1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311650" y="22158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aj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1378450" y="22158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a1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921250" y="32064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af1</a:t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1911850" y="32064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al1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4350250" y="12252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b2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3740650" y="2139625"/>
            <a:ext cx="755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a21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4807450" y="2139625"/>
            <a:ext cx="8148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a22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3317350" y="3130225"/>
            <a:ext cx="8148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af21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4274050" y="3816025"/>
            <a:ext cx="8148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al21</a:t>
            </a:r>
            <a:endParaRPr/>
          </a:p>
        </p:txBody>
      </p:sp>
      <p:cxnSp>
        <p:nvCxnSpPr>
          <p:cNvPr id="168" name="Google Shape;168;p19"/>
          <p:cNvCxnSpPr>
            <a:stCxn id="159" idx="0"/>
            <a:endCxn id="158" idx="3"/>
          </p:cNvCxnSpPr>
          <p:nvPr/>
        </p:nvCxnSpPr>
        <p:spPr>
          <a:xfrm flipH="1" rot="10800000">
            <a:off x="621700" y="1830625"/>
            <a:ext cx="390300" cy="3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19"/>
          <p:cNvCxnSpPr>
            <a:stCxn id="160" idx="0"/>
            <a:endCxn id="158" idx="5"/>
          </p:cNvCxnSpPr>
          <p:nvPr/>
        </p:nvCxnSpPr>
        <p:spPr>
          <a:xfrm rot="10800000">
            <a:off x="1450600" y="1830625"/>
            <a:ext cx="237900" cy="3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19"/>
          <p:cNvCxnSpPr>
            <a:stCxn id="161" idx="0"/>
            <a:endCxn id="160" idx="3"/>
          </p:cNvCxnSpPr>
          <p:nvPr/>
        </p:nvCxnSpPr>
        <p:spPr>
          <a:xfrm flipH="1" rot="10800000">
            <a:off x="1231300" y="2745025"/>
            <a:ext cx="2379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19"/>
          <p:cNvCxnSpPr>
            <a:stCxn id="162" idx="0"/>
            <a:endCxn id="160" idx="5"/>
          </p:cNvCxnSpPr>
          <p:nvPr/>
        </p:nvCxnSpPr>
        <p:spPr>
          <a:xfrm rot="10800000">
            <a:off x="1907800" y="2745025"/>
            <a:ext cx="3141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19"/>
          <p:cNvCxnSpPr>
            <a:stCxn id="164" idx="0"/>
            <a:endCxn id="163" idx="3"/>
          </p:cNvCxnSpPr>
          <p:nvPr/>
        </p:nvCxnSpPr>
        <p:spPr>
          <a:xfrm flipH="1" rot="10800000">
            <a:off x="4118200" y="1754425"/>
            <a:ext cx="322800" cy="3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19"/>
          <p:cNvCxnSpPr>
            <a:stCxn id="165" idx="0"/>
            <a:endCxn id="163" idx="5"/>
          </p:cNvCxnSpPr>
          <p:nvPr/>
        </p:nvCxnSpPr>
        <p:spPr>
          <a:xfrm rot="10800000">
            <a:off x="4879450" y="1754425"/>
            <a:ext cx="335400" cy="3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19"/>
          <p:cNvCxnSpPr>
            <a:stCxn id="166" idx="0"/>
            <a:endCxn id="164" idx="3"/>
          </p:cNvCxnSpPr>
          <p:nvPr/>
        </p:nvCxnSpPr>
        <p:spPr>
          <a:xfrm flipH="1" rot="10800000">
            <a:off x="3724750" y="2668825"/>
            <a:ext cx="1266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19"/>
          <p:cNvCxnSpPr>
            <a:stCxn id="167" idx="0"/>
            <a:endCxn id="164" idx="4"/>
          </p:cNvCxnSpPr>
          <p:nvPr/>
        </p:nvCxnSpPr>
        <p:spPr>
          <a:xfrm rot="10800000">
            <a:off x="4118350" y="2759725"/>
            <a:ext cx="563100" cy="105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19"/>
          <p:cNvSpPr/>
          <p:nvPr/>
        </p:nvSpPr>
        <p:spPr>
          <a:xfrm>
            <a:off x="4688950" y="3054025"/>
            <a:ext cx="8148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af22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645650" y="3739825"/>
            <a:ext cx="8148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al22</a:t>
            </a:r>
            <a:endParaRPr/>
          </a:p>
        </p:txBody>
      </p:sp>
      <p:cxnSp>
        <p:nvCxnSpPr>
          <p:cNvPr id="178" name="Google Shape;178;p19"/>
          <p:cNvCxnSpPr>
            <a:stCxn id="176" idx="1"/>
            <a:endCxn id="165" idx="3"/>
          </p:cNvCxnSpPr>
          <p:nvPr/>
        </p:nvCxnSpPr>
        <p:spPr>
          <a:xfrm flipH="1" rot="10800000">
            <a:off x="4808275" y="2669037"/>
            <a:ext cx="118500" cy="4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19"/>
          <p:cNvCxnSpPr>
            <a:stCxn id="177" idx="0"/>
            <a:endCxn id="165" idx="5"/>
          </p:cNvCxnSpPr>
          <p:nvPr/>
        </p:nvCxnSpPr>
        <p:spPr>
          <a:xfrm rot="10800000">
            <a:off x="5502850" y="2668825"/>
            <a:ext cx="550200" cy="107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p19"/>
          <p:cNvSpPr/>
          <p:nvPr/>
        </p:nvSpPr>
        <p:spPr>
          <a:xfrm>
            <a:off x="7169650" y="13776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b3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7398250" y="22920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a3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6941050" y="32826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af3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7931650" y="3282625"/>
            <a:ext cx="620100" cy="620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al3</a:t>
            </a:r>
            <a:endParaRPr/>
          </a:p>
        </p:txBody>
      </p:sp>
      <p:cxnSp>
        <p:nvCxnSpPr>
          <p:cNvPr id="184" name="Google Shape;184;p19"/>
          <p:cNvCxnSpPr>
            <a:stCxn id="181" idx="0"/>
            <a:endCxn id="180" idx="5"/>
          </p:cNvCxnSpPr>
          <p:nvPr/>
        </p:nvCxnSpPr>
        <p:spPr>
          <a:xfrm rot="10800000">
            <a:off x="7699000" y="1906825"/>
            <a:ext cx="9300" cy="3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19"/>
          <p:cNvCxnSpPr>
            <a:stCxn id="182" idx="0"/>
            <a:endCxn id="181" idx="3"/>
          </p:cNvCxnSpPr>
          <p:nvPr/>
        </p:nvCxnSpPr>
        <p:spPr>
          <a:xfrm flipH="1" rot="10800000">
            <a:off x="7251100" y="2821225"/>
            <a:ext cx="2379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19"/>
          <p:cNvCxnSpPr>
            <a:stCxn id="183" idx="0"/>
            <a:endCxn id="181" idx="5"/>
          </p:cNvCxnSpPr>
          <p:nvPr/>
        </p:nvCxnSpPr>
        <p:spPr>
          <a:xfrm rot="10800000">
            <a:off x="7927600" y="2821225"/>
            <a:ext cx="3141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" name="Google Shape;187;p19"/>
          <p:cNvSpPr/>
          <p:nvPr/>
        </p:nvSpPr>
        <p:spPr>
          <a:xfrm>
            <a:off x="170700" y="1126500"/>
            <a:ext cx="2618400" cy="34425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2913900" y="1126500"/>
            <a:ext cx="3806400" cy="38598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6801250" y="1152475"/>
            <a:ext cx="2031000" cy="3721200"/>
          </a:xfrm>
          <a:prstGeom prst="ellipse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1314000" y="3738000"/>
            <a:ext cx="2304000" cy="1212875"/>
          </a:xfrm>
          <a:custGeom>
            <a:rect b="b" l="l" r="r" t="t"/>
            <a:pathLst>
              <a:path extrusionOk="0" h="48515" w="92160">
                <a:moveTo>
                  <a:pt x="0" y="3360"/>
                </a:moveTo>
                <a:cubicBezTo>
                  <a:pt x="8160" y="10880"/>
                  <a:pt x="33600" y="49040"/>
                  <a:pt x="48960" y="48480"/>
                </a:cubicBezTo>
                <a:cubicBezTo>
                  <a:pt x="64320" y="47920"/>
                  <a:pt x="84960" y="8080"/>
                  <a:pt x="92160" y="0"/>
                </a:cubicBezTo>
              </a:path>
            </a:pathLst>
          </a:custGeom>
          <a:noFill/>
          <a:ln cap="flat" cmpd="sng" w="28575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91" name="Google Shape;191;p19"/>
          <p:cNvSpPr/>
          <p:nvPr/>
        </p:nvSpPr>
        <p:spPr>
          <a:xfrm>
            <a:off x="2268000" y="3822000"/>
            <a:ext cx="2340000" cy="1165575"/>
          </a:xfrm>
          <a:custGeom>
            <a:rect b="b" l="l" r="r" t="t"/>
            <a:pathLst>
              <a:path extrusionOk="0" h="46623" w="93600">
                <a:moveTo>
                  <a:pt x="0" y="0"/>
                </a:moveTo>
                <a:cubicBezTo>
                  <a:pt x="8080" y="7680"/>
                  <a:pt x="32880" y="41960"/>
                  <a:pt x="48480" y="46080"/>
                </a:cubicBezTo>
                <a:cubicBezTo>
                  <a:pt x="64080" y="50200"/>
                  <a:pt x="86080" y="28280"/>
                  <a:pt x="93600" y="24720"/>
                </a:cubicBezTo>
              </a:path>
            </a:pathLst>
          </a:custGeom>
          <a:noFill/>
          <a:ln cap="flat" cmpd="sng" w="28575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92" name="Google Shape;192;p19"/>
          <p:cNvSpPr/>
          <p:nvPr/>
        </p:nvSpPr>
        <p:spPr>
          <a:xfrm>
            <a:off x="5154000" y="3678000"/>
            <a:ext cx="2142000" cy="1426125"/>
          </a:xfrm>
          <a:custGeom>
            <a:rect b="b" l="l" r="r" t="t"/>
            <a:pathLst>
              <a:path extrusionOk="0" h="57045" w="85680">
                <a:moveTo>
                  <a:pt x="0" y="0"/>
                </a:moveTo>
                <a:cubicBezTo>
                  <a:pt x="1480" y="7520"/>
                  <a:pt x="-440" y="36000"/>
                  <a:pt x="8880" y="45120"/>
                </a:cubicBezTo>
                <a:cubicBezTo>
                  <a:pt x="18200" y="54240"/>
                  <a:pt x="43120" y="60640"/>
                  <a:pt x="55920" y="54720"/>
                </a:cubicBezTo>
                <a:cubicBezTo>
                  <a:pt x="68720" y="48800"/>
                  <a:pt x="80720" y="17120"/>
                  <a:pt x="85680" y="9600"/>
                </a:cubicBezTo>
              </a:path>
            </a:pathLst>
          </a:custGeom>
          <a:noFill/>
          <a:ln cap="flat" cmpd="sng" w="28575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93" name="Google Shape;193;p19"/>
          <p:cNvSpPr/>
          <p:nvPr/>
        </p:nvSpPr>
        <p:spPr>
          <a:xfrm>
            <a:off x="5898000" y="3918000"/>
            <a:ext cx="2340000" cy="1073950"/>
          </a:xfrm>
          <a:custGeom>
            <a:rect b="b" l="l" r="r" t="t"/>
            <a:pathLst>
              <a:path extrusionOk="0" h="42958" w="93600">
                <a:moveTo>
                  <a:pt x="0" y="16560"/>
                </a:moveTo>
                <a:cubicBezTo>
                  <a:pt x="9480" y="20920"/>
                  <a:pt x="41280" y="45480"/>
                  <a:pt x="56880" y="42720"/>
                </a:cubicBezTo>
                <a:cubicBezTo>
                  <a:pt x="72480" y="39960"/>
                  <a:pt x="87480" y="7120"/>
                  <a:pt x="93600" y="0"/>
                </a:cubicBezTo>
              </a:path>
            </a:pathLst>
          </a:custGeom>
          <a:noFill/>
          <a:ln cap="flat" cmpd="sng" w="28575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